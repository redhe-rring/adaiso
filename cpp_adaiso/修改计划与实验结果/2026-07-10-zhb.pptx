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  <p:sldMasterId id="2147483671" r:id="rId4"/>
  </p:sldMasterIdLst>
  <p:notesMasterIdLst>
    <p:notesMasterId r:id="rId6"/>
  </p:notesMasterIdLst>
  <p:handoutMasterIdLst>
    <p:handoutMasterId r:id="rId12"/>
  </p:handoutMasterIdLst>
  <p:sldIdLst>
    <p:sldId id="256" r:id="rId5"/>
    <p:sldId id="430" r:id="rId7"/>
    <p:sldId id="429" r:id="rId8"/>
    <p:sldId id="431" r:id="rId9"/>
    <p:sldId id="433" r:id="rId10"/>
    <p:sldId id="432" r:id="rId11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593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186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779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372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7965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558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151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7440" algn="l" defTabSz="9118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v Chenlei (Dr)" initials="LC(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AE6D"/>
    <a:srgbClr val="FFFFFF"/>
    <a:srgbClr val="000000"/>
    <a:srgbClr val="ECD5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89764" autoAdjust="0"/>
  </p:normalViewPr>
  <p:slideViewPr>
    <p:cSldViewPr showGuides="1">
      <p:cViewPr varScale="1">
        <p:scale>
          <a:sx n="82" d="100"/>
          <a:sy n="82" d="100"/>
        </p:scale>
        <p:origin x="374" y="58"/>
      </p:cViewPr>
      <p:guideLst>
        <p:guide orient="horz" pos="2124"/>
        <p:guide pos="2880"/>
      </p:guideLst>
    </p:cSldViewPr>
  </p:slideViewPr>
  <p:outlineViewPr>
    <p:cViewPr>
      <p:scale>
        <a:sx n="33" d="100"/>
        <a:sy n="33" d="100"/>
      </p:scale>
      <p:origin x="0" y="-5646"/>
    </p:cViewPr>
  </p:outlineViewPr>
  <p:notesTextViewPr>
    <p:cViewPr>
      <p:scale>
        <a:sx n="94" d="100"/>
        <a:sy n="94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5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0B37D-4CF2-4005-97A4-F39822E8203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89054-84C6-409A-A23F-837E63F0F0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93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186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779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372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7965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558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151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7440" algn="l" defTabSz="9118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5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1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7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C550F-E15B-4561-BFE1-0EF767AF2D8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47800" y="3581400"/>
            <a:ext cx="73914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B00EF-E2B3-4B8B-9C5B-56B7DD668A59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47800" y="1143000"/>
            <a:ext cx="73914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59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18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77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37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79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355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15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47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DF98-DB47-4897-BCFC-424834EF893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590800" y="2590800"/>
            <a:ext cx="64008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1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19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063F-11FA-4749-877E-7D02A58568B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371601" y="1143000"/>
            <a:ext cx="75438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930" indent="0">
              <a:buNone/>
              <a:defRPr sz="2000" b="1"/>
            </a:lvl2pPr>
            <a:lvl3pPr marL="911860" indent="0">
              <a:buNone/>
              <a:defRPr sz="1800" b="1"/>
            </a:lvl3pPr>
            <a:lvl4pPr marL="1367790" indent="0">
              <a:buNone/>
              <a:defRPr sz="1600" b="1"/>
            </a:lvl4pPr>
            <a:lvl5pPr marL="1823720" indent="0">
              <a:buNone/>
              <a:defRPr sz="1600" b="1"/>
            </a:lvl5pPr>
            <a:lvl6pPr marL="2279650" indent="0">
              <a:buNone/>
              <a:defRPr sz="1600" b="1"/>
            </a:lvl6pPr>
            <a:lvl7pPr marL="2735580" indent="0">
              <a:buNone/>
              <a:defRPr sz="1600" b="1"/>
            </a:lvl7pPr>
            <a:lvl8pPr marL="3191510" indent="0">
              <a:buNone/>
              <a:defRPr sz="1600" b="1"/>
            </a:lvl8pPr>
            <a:lvl9pPr marL="364744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930" indent="0">
              <a:buNone/>
              <a:defRPr sz="2000" b="1"/>
            </a:lvl2pPr>
            <a:lvl3pPr marL="911860" indent="0">
              <a:buNone/>
              <a:defRPr sz="1800" b="1"/>
            </a:lvl3pPr>
            <a:lvl4pPr marL="1367790" indent="0">
              <a:buNone/>
              <a:defRPr sz="1600" b="1"/>
            </a:lvl4pPr>
            <a:lvl5pPr marL="1823720" indent="0">
              <a:buNone/>
              <a:defRPr sz="1600" b="1"/>
            </a:lvl5pPr>
            <a:lvl6pPr marL="2279650" indent="0">
              <a:buNone/>
              <a:defRPr sz="1600" b="1"/>
            </a:lvl6pPr>
            <a:lvl7pPr marL="2735580" indent="0">
              <a:buNone/>
              <a:defRPr sz="1600" b="1"/>
            </a:lvl7pPr>
            <a:lvl8pPr marL="3191510" indent="0">
              <a:buNone/>
              <a:defRPr sz="1600" b="1"/>
            </a:lvl8pPr>
            <a:lvl9pPr marL="364744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06DA1-C2F3-4627-B8E9-959EDFF0C285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9E09D-30D2-4CB7-957C-04B0406ADF8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447800" y="1143000"/>
            <a:ext cx="74676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BD9C-C822-4084-B794-438F5FE0E5DC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69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19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5930" indent="0">
              <a:buNone/>
              <a:defRPr sz="1200"/>
            </a:lvl2pPr>
            <a:lvl3pPr marL="911860" indent="0">
              <a:buNone/>
              <a:defRPr sz="1000"/>
            </a:lvl3pPr>
            <a:lvl4pPr marL="1367790" indent="0">
              <a:buNone/>
              <a:defRPr sz="900"/>
            </a:lvl4pPr>
            <a:lvl5pPr marL="1823720" indent="0">
              <a:buNone/>
              <a:defRPr sz="900"/>
            </a:lvl5pPr>
            <a:lvl6pPr marL="2279650" indent="0">
              <a:buNone/>
              <a:defRPr sz="900"/>
            </a:lvl6pPr>
            <a:lvl7pPr marL="2735580" indent="0">
              <a:buNone/>
              <a:defRPr sz="900"/>
            </a:lvl7pPr>
            <a:lvl8pPr marL="3191510" indent="0">
              <a:buNone/>
              <a:defRPr sz="900"/>
            </a:lvl8pPr>
            <a:lvl9pPr marL="36474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B873-6D8E-4103-85E8-87E0379EC40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5930" indent="0">
              <a:buNone/>
              <a:defRPr sz="2800"/>
            </a:lvl2pPr>
            <a:lvl3pPr marL="911860" indent="0">
              <a:buNone/>
              <a:defRPr sz="2400"/>
            </a:lvl3pPr>
            <a:lvl4pPr marL="1367790" indent="0">
              <a:buNone/>
              <a:defRPr sz="2000"/>
            </a:lvl4pPr>
            <a:lvl5pPr marL="1823720" indent="0">
              <a:buNone/>
              <a:defRPr sz="2000"/>
            </a:lvl5pPr>
            <a:lvl6pPr marL="2279650" indent="0">
              <a:buNone/>
              <a:defRPr sz="2000"/>
            </a:lvl6pPr>
            <a:lvl7pPr marL="2735580" indent="0">
              <a:buNone/>
              <a:defRPr sz="2000"/>
            </a:lvl7pPr>
            <a:lvl8pPr marL="3191510" indent="0">
              <a:buNone/>
              <a:defRPr sz="2000"/>
            </a:lvl8pPr>
            <a:lvl9pPr marL="364744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5930" indent="0">
              <a:buNone/>
              <a:defRPr sz="1200"/>
            </a:lvl2pPr>
            <a:lvl3pPr marL="911860" indent="0">
              <a:buNone/>
              <a:defRPr sz="1000"/>
            </a:lvl3pPr>
            <a:lvl4pPr marL="1367790" indent="0">
              <a:buNone/>
              <a:defRPr sz="900"/>
            </a:lvl4pPr>
            <a:lvl5pPr marL="1823720" indent="0">
              <a:buNone/>
              <a:defRPr sz="900"/>
            </a:lvl5pPr>
            <a:lvl6pPr marL="2279650" indent="0">
              <a:buNone/>
              <a:defRPr sz="900"/>
            </a:lvl6pPr>
            <a:lvl7pPr marL="2735580" indent="0">
              <a:buNone/>
              <a:defRPr sz="900"/>
            </a:lvl7pPr>
            <a:lvl8pPr marL="3191510" indent="0">
              <a:buNone/>
              <a:defRPr sz="900"/>
            </a:lvl8pPr>
            <a:lvl9pPr marL="36474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BF27-25E9-4801-97DB-85D33940A7F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2CA-26A8-41D2-A612-611126FB096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47800" y="1143000"/>
            <a:ext cx="7467600" cy="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F4210-2517-49B1-B39A-F45761F48C6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Dong Yu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858000" y="304801"/>
            <a:ext cx="0" cy="5867400"/>
          </a:xfrm>
          <a:prstGeom prst="line">
            <a:avLst/>
          </a:prstGeom>
          <a:ln w="38100">
            <a:solidFill>
              <a:srgbClr val="ECD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rangeTextureSmall.jpg"/>
          <p:cNvPicPr>
            <a:picLocks noChangeAspect="1"/>
          </p:cNvPicPr>
          <p:nvPr userDrawn="1"/>
        </p:nvPicPr>
        <p:blipFill>
          <a:blip r:embed="rId2"/>
          <a:srcRect l="370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061" y="3200451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061" y="4953057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67"/>
            <a:ext cx="8382000" cy="2135969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67"/>
            <a:ext cx="8382000" cy="2135969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67"/>
            <a:ext cx="8382000" cy="2135969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8" y="6238876"/>
            <a:ext cx="9144001" cy="619125"/>
          </a:xfrm>
          <a:solidFill>
            <a:srgbClr val="FFFF99"/>
          </a:solidFill>
        </p:spPr>
        <p:txBody>
          <a:bodyPr wrap="square" lIns="152256" tIns="76129" rIns="152256" bIns="76129" anchor="b" anchorCtr="0">
            <a:noAutofit/>
          </a:bodyPr>
          <a:lstStyle>
            <a:lvl1pPr algn="r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ffectLst/>
                <a:latin typeface="Segoe UI Semibold" panose="020B0702040204020203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816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9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1" y="6356356"/>
            <a:ext cx="2133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fld id="{8E98D9C4-299A-4495-8AEF-45F227F6ACE8}" type="slidenum">
              <a:rPr lang="en-US">
                <a:solidFill>
                  <a:srgbClr val="FFFFFF"/>
                </a:solidFill>
              </a:rPr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rangeTextureSmall.jpg"/>
          <p:cNvPicPr>
            <a:picLocks noChangeAspect="1"/>
          </p:cNvPicPr>
          <p:nvPr userDrawn="1"/>
        </p:nvPicPr>
        <p:blipFill>
          <a:blip r:embed="rId2"/>
          <a:srcRect l="370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061" y="3200451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061" y="4953057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67"/>
            <a:ext cx="8382000" cy="2135969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67"/>
            <a:ext cx="8382000" cy="2135969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67"/>
            <a:ext cx="8382000" cy="2135969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8" y="6238876"/>
            <a:ext cx="9144001" cy="619125"/>
          </a:xfrm>
          <a:solidFill>
            <a:srgbClr val="FFFF99"/>
          </a:solidFill>
        </p:spPr>
        <p:txBody>
          <a:bodyPr wrap="square" lIns="152256" tIns="76129" rIns="152256" bIns="76129" anchor="b" anchorCtr="0">
            <a:noAutofit/>
          </a:bodyPr>
          <a:lstStyle>
            <a:lvl1pPr algn="r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ffectLst/>
                <a:latin typeface="Segoe UI Semibold" panose="020B0702040204020203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816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9"/>
            <a:ext cx="4038600" cy="2579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1" y="6356356"/>
            <a:ext cx="2133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lIns="91359" tIns="45680" rIns="91359" bIns="45680"/>
          <a:lstStyle>
            <a:lvl1pPr>
              <a:defRPr/>
            </a:lvl1pPr>
          </a:lstStyle>
          <a:p>
            <a:pPr defTabSz="913765"/>
            <a:fld id="{8E98D9C4-299A-4495-8AEF-45F227F6ACE8}" type="slidenum">
              <a:rPr lang="en-US">
                <a:solidFill>
                  <a:srgbClr val="FFFFFF"/>
                </a:solidFill>
              </a:rPr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image" Target="../media/image4.png"/><Relationship Id="rId10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image" Target="../media/image6.png"/><Relationship Id="rId11" Type="http://schemas.openxmlformats.org/officeDocument/2006/relationships/image" Target="../media/image5.jpeg"/><Relationship Id="rId10" Type="http://schemas.openxmlformats.org/officeDocument/2006/relationships/image" Target="../media/image3.jpeg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193" tIns="45604" rIns="91193" bIns="45604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19"/>
            <a:ext cx="8229600" cy="4525963"/>
          </a:xfrm>
          <a:prstGeom prst="rect">
            <a:avLst/>
          </a:prstGeom>
        </p:spPr>
        <p:txBody>
          <a:bodyPr vert="horz" lIns="91193" tIns="45604" rIns="91193" bIns="4560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351"/>
            <a:ext cx="2133600" cy="365125"/>
          </a:xfrm>
          <a:prstGeom prst="rect">
            <a:avLst/>
          </a:prstGeom>
        </p:spPr>
        <p:txBody>
          <a:bodyPr vert="horz" lIns="91193" tIns="45604" rIns="91193" bIns="45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034FA-95E1-4CE6-95A6-1D0E29FF724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193" tIns="45604" rIns="91193" bIns="45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Dong Yu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193" tIns="45604" rIns="91193" bIns="456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9287"/>
            <a:ext cx="1905000" cy="6770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186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65" indent="-3422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045" indent="-285115" algn="l" defTabSz="9118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982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575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168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761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354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1947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5405" indent="-227965" algn="l" defTabSz="9118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79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72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65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58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151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7440" algn="l" defTabSz="9118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MasterSlide.jpg"/>
          <p:cNvPicPr>
            <a:picLocks noChangeAspect="1"/>
          </p:cNvPicPr>
          <p:nvPr/>
        </p:nvPicPr>
        <p:blipFill>
          <a:blip r:embed="rId10"/>
          <a:srcRect b="1205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91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2388"/>
            <a:ext cx="2185267" cy="65705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ransition>
    <p:fade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lang="en-US" sz="4200" b="0" kern="1200" cap="none" spc="-150" dirty="0" smtClean="0">
          <a:ln w="3175">
            <a:noFill/>
          </a:ln>
          <a:solidFill>
            <a:srgbClr val="0D0D0D"/>
          </a:solidFill>
          <a:effectLst/>
          <a:latin typeface="Segoe UI" panose="020B0502040204020203" charset="0"/>
          <a:ea typeface="+mn-ea"/>
          <a:cs typeface="Arial" panose="020B0604020202020204" pitchFamily="34" charset="0"/>
        </a:defRPr>
      </a:lvl1pPr>
    </p:titleStyle>
    <p:bodyStyle>
      <a:lvl1pPr marL="459740" indent="-459740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32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1pPr>
      <a:lvl2pPr marL="853440" indent="-39306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8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2pPr>
      <a:lvl3pPr marL="1257935" indent="-40449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3pPr>
      <a:lvl4pPr marL="1603375" indent="-34607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4pPr>
      <a:lvl5pPr marL="1939925" indent="-336550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5pPr>
      <a:lvl6pPr marL="25120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2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582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239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8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2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MasterSlide.jpg"/>
          <p:cNvPicPr>
            <a:picLocks noChangeAspect="1"/>
          </p:cNvPicPr>
          <p:nvPr userDrawn="1"/>
        </p:nvPicPr>
        <p:blipFill>
          <a:blip r:embed="rId10"/>
          <a:srcRect b="1205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91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7772401" y="6255744"/>
            <a:ext cx="1143000" cy="42445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transition>
    <p:fade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lang="en-US" sz="4200" b="0" kern="1200" cap="none" spc="-150" dirty="0" smtClean="0">
          <a:ln w="3175">
            <a:noFill/>
          </a:ln>
          <a:solidFill>
            <a:srgbClr val="0D0D0D"/>
          </a:solidFill>
          <a:effectLst/>
          <a:latin typeface="Segoe UI" panose="020B0502040204020203" charset="0"/>
          <a:ea typeface="+mn-ea"/>
          <a:cs typeface="Arial" panose="020B0604020202020204" pitchFamily="34" charset="0"/>
        </a:defRPr>
      </a:lvl1pPr>
    </p:titleStyle>
    <p:bodyStyle>
      <a:lvl1pPr marL="459740" indent="-459740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32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1pPr>
      <a:lvl2pPr marL="853440" indent="-39306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8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2pPr>
      <a:lvl3pPr marL="1257935" indent="-40449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3pPr>
      <a:lvl4pPr marL="1603375" indent="-346075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4pPr>
      <a:lvl5pPr marL="1939925" indent="-336550" algn="l" defTabSz="913765" rtl="0" eaLnBrk="1" latinLnBrk="0" hangingPunct="1">
        <a:lnSpc>
          <a:spcPct val="90000"/>
        </a:lnSpc>
        <a:spcBef>
          <a:spcPct val="20000"/>
        </a:spcBef>
        <a:buFont typeface="Arial" panose="020B0604020202020204"/>
        <a:buChar char="•"/>
        <a:defRPr sz="2400" kern="1200">
          <a:solidFill>
            <a:srgbClr val="0D0D0D"/>
          </a:solidFill>
          <a:latin typeface="Segoe UI" panose="020B0502040204020203" charset="0"/>
          <a:ea typeface="+mn-ea"/>
          <a:cs typeface="+mn-cs"/>
        </a:defRPr>
      </a:lvl5pPr>
      <a:lvl6pPr marL="25120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2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582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239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8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2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58" y="2590800"/>
            <a:ext cx="8883267" cy="2743200"/>
          </a:xfrm>
        </p:spPr>
        <p:txBody>
          <a:bodyPr>
            <a:noAutofit/>
          </a:bodyPr>
          <a:lstStyle/>
          <a:p>
            <a:pPr fontAlgn="base"/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br>
              <a:rPr lang="en-US" dirty="0"/>
            </a:br>
            <a:br>
              <a:rPr lang="en-US" sz="4000" dirty="0"/>
            </a:br>
            <a:br>
              <a:rPr lang="en-US" sz="4800" b="1" dirty="0">
                <a:solidFill>
                  <a:schemeClr val="tx2"/>
                </a:solidFill>
                <a:latin typeface="Arial Black" panose="020B0A04020102020204" pitchFamily="34" charset="0"/>
              </a:rPr>
            </a:br>
            <a:br>
              <a:rPr lang="en-US" altLang="zh-CN" sz="4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组会报告</a:t>
            </a:r>
            <a:br>
              <a:rPr lang="en-US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b="1" dirty="0">
                <a:solidFill>
                  <a:schemeClr val="tx2"/>
                </a:solidFill>
              </a:rPr>
            </a:br>
            <a:br>
              <a:rPr lang="en-US" sz="4800" dirty="0"/>
            </a:br>
            <a:br>
              <a:rPr lang="en-US" dirty="0">
                <a:effectLst/>
              </a:rPr>
            </a:br>
            <a:br>
              <a:rPr lang="en-US" sz="4000" dirty="0"/>
            </a:b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6292" y="3886200"/>
            <a:ext cx="7772400" cy="1828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Computer Science and Engineering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2026.07.11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561860" y="1752600"/>
            <a:ext cx="8121267" cy="685800"/>
          </a:xfrm>
          <a:prstGeom prst="rect">
            <a:avLst/>
          </a:prstGeom>
        </p:spPr>
        <p:txBody>
          <a:bodyPr vert="horz" lIns="91193" tIns="45604" rIns="91193" bIns="45604" rtlCol="0" anchor="ctr">
            <a:noAutofit/>
          </a:bodyPr>
          <a:lstStyle>
            <a:lvl1pPr algn="ctr" defTabSz="91186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4000" dirty="0"/>
            </a:br>
            <a:br>
              <a:rPr lang="en-US" sz="4800" b="1" dirty="0">
                <a:solidFill>
                  <a:schemeClr val="tx2"/>
                </a:solidFill>
                <a:latin typeface="Arial Black" panose="020B0A04020102020204" pitchFamily="34" charset="0"/>
              </a:rPr>
            </a:br>
            <a:br>
              <a:rPr lang="en-US" sz="4800" b="1" dirty="0">
                <a:solidFill>
                  <a:schemeClr val="tx2"/>
                </a:solidFill>
              </a:rPr>
            </a:br>
            <a:br>
              <a:rPr lang="en-US" sz="4800" dirty="0"/>
            </a:br>
            <a:br>
              <a:rPr lang="en-US" dirty="0"/>
            </a:br>
            <a:br>
              <a:rPr lang="en-US" sz="40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raw </a:t>
            </a:r>
            <a:r>
              <a:rPr lang="en-US" altLang="zh-CN"/>
              <a:t>curvature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screened Laplace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size </a:t>
            </a:r>
            <a:r>
              <a:rPr lang="en-US" altLang="zh-CN"/>
              <a:t>function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操作算子约束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7775"/>
            <a:ext cx="8229600" cy="4878705"/>
          </a:xfrm>
        </p:spPr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results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NjQ3ZjA4MGJiZmMzYzVjZmM5N2Y4MTk5Nzg1MWYyMT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SCMG_template">
  <a:themeElements>
    <a:clrScheme name="8-00267_Jenna O'Connell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C00"/>
      </a:accent1>
      <a:accent2>
        <a:srgbClr val="1E4986"/>
      </a:accent2>
      <a:accent3>
        <a:srgbClr val="DF8045"/>
      </a:accent3>
      <a:accent4>
        <a:srgbClr val="0F729D"/>
      </a:accent4>
      <a:accent5>
        <a:srgbClr val="FF9929"/>
      </a:accent5>
      <a:accent6>
        <a:srgbClr val="66CC33"/>
      </a:accent6>
      <a:hlink>
        <a:srgbClr val="3F8AEB"/>
      </a:hlink>
      <a:folHlink>
        <a:srgbClr val="7DDDFF"/>
      </a:folHlink>
    </a:clrScheme>
    <a:fontScheme name="Blue-Purple T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/>
      <a:lstStyle>
        <a:defPPr algn="ctr" defTabSz="914400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USCMG_template">
  <a:themeElements>
    <a:clrScheme name="8-00267_Jenna O'Connell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C00"/>
      </a:accent1>
      <a:accent2>
        <a:srgbClr val="1E4986"/>
      </a:accent2>
      <a:accent3>
        <a:srgbClr val="DF8045"/>
      </a:accent3>
      <a:accent4>
        <a:srgbClr val="0F729D"/>
      </a:accent4>
      <a:accent5>
        <a:srgbClr val="FF9929"/>
      </a:accent5>
      <a:accent6>
        <a:srgbClr val="66CC33"/>
      </a:accent6>
      <a:hlink>
        <a:srgbClr val="3F8AEB"/>
      </a:hlink>
      <a:folHlink>
        <a:srgbClr val="7DDDFF"/>
      </a:folHlink>
    </a:clrScheme>
    <a:fontScheme name="Blue-Purple T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/>
      <a:lstStyle>
        <a:defPPr algn="ctr" defTabSz="914400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全屏显示(4:3)</PresentationFormat>
  <Paragraphs>27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Segoe</vt:lpstr>
      <vt:lpstr>Segoe UI</vt:lpstr>
      <vt:lpstr>Arial</vt:lpstr>
      <vt:lpstr>Segoe UI Semibold</vt:lpstr>
      <vt:lpstr>Arial Black</vt:lpstr>
      <vt:lpstr>Times New Roman</vt:lpstr>
      <vt:lpstr>Calibri</vt:lpstr>
      <vt:lpstr>微软雅黑</vt:lpstr>
      <vt:lpstr>Arial Unicode MS</vt:lpstr>
      <vt:lpstr>Office Theme</vt:lpstr>
      <vt:lpstr>USCMG_template</vt:lpstr>
      <vt:lpstr>2_USCMG_template</vt:lpstr>
      <vt:lpstr>       组会报告          </vt:lpstr>
      <vt:lpstr>PowerPoint 演示文稿</vt:lpstr>
      <vt:lpstr>screened Laplace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 Yu (MSR)</dc:creator>
  <cp:lastModifiedBy>烟雨飘渺</cp:lastModifiedBy>
  <cp:revision>739</cp:revision>
  <dcterms:created xsi:type="dcterms:W3CDTF">2006-08-16T00:00:00Z</dcterms:created>
  <dcterms:modified xsi:type="dcterms:W3CDTF">2026-07-10T12:27:53Z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47F08477517B460D8CFC3C078C5102F8_13</vt:lpwstr>
  </property>
  <property fmtid="{D5CDD505-2E9C-101B-9397-08002B2CF9AE}" pid="3" name="KSOProductBuildVer">
    <vt:lpwstr>2052-12.1.0.26895</vt:lpwstr>
  </property>
</Properties>
</file>